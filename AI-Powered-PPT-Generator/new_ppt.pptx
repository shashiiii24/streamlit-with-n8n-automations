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b="1" sz="5200">
                <a:solidFill>
                  <a:srgbClr val="003399"/>
                </a:solidFill>
                <a:latin typeface="Maiandra GD"/>
              </a:rPr>
              <a:t>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INTRODUCTION TO AGENTIC AI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Agentic AI represents a paradigm shift beyond traditional reactive AI systems. It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refers to AI models that can autonomously perceive their environment, reason about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goals, plan actions, and execute them to achieve complex objectives without constant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human intervention. This enables more dynamic and adaptable AI applications.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Unlike previous generations of AI, agentic AI systems are designed with the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capability to manage multi-step processes. They can break down intricate tasks into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INTRODUCTION TO AGENTIC AI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smaller, manageable sub-tasks, and then strategically orchestrate the execution of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these sub-tasks, learning and adapting from feedback received during the process.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These intelligent agents are equipped with memory, allowing them to recall past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experiences and information to inform future decisions. They also possess the ability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to self-correct and iterate on their plans, making them highly effective in uncertain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or evolving environments where predefined rules are insufficient.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INTRODUCTION TO AGENTIC AI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Key components often include a planning module, a memory system, and an execution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engine. The planning module formulates strategies, memory stores relevant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information, and the execution engine interacts with the environment to carry out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planned actions. This allows them to tackle real-world challenges more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GENERATIVE AI VS AGENTIC AI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Generative AI focuses primarily on creating new content, such as text, images, or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code, based on learned patterns from vast datasets. Its strength lies in its ability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to produce novel outputs that often mimic human creativity and expression,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revolutionizing content creation workflows across industries.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In contrast, Agentic AI emphasizes autonomous action, planning, and goal achievement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within an environment. While it might utilize generative AI models as tools (e.g., 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GENERATIVE AI VS AGENTIC AI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generate text for a response), its core function is to act as an intelligent agent,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making decisions and executing tasks to reach specific objectives.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 key distinction lies in their primary function: generative AI 'creates' while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agentic AI 'acts.' Generative AI models predict the next token or pixel, whereas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agentic AI systems predict the next optimal action to move towards a goal, often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involving a sequence of 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GENERATIVE AI VS AGENTIC AI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Agentic AI often incorporates generative AI as a component. For example, an agentic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AI designed to manage a customer service workflow might use a generative AI to craft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personalized email responses, but the agent itself decides when and what to send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based on the customer's query and overall goals.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BENEFITS OF AGENTIC AI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Enhanced Automation and Efficiency: Agentic AI can automate complex, multi-step tasks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that traditionally required significant human oversight, leading to substantial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improvements in operational efficiency. This frees up human resources for more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strategic and creative endeavors.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Improved Decision-Making: By continuously perceiving, reasoning, and adapting to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dynamic environments, agentic AI systems can make more informed and timely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BENEFITS OF AGENTIC AI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They process vast amounts of data and identify patterns that humans might miss,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leading to optimized outcomes.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Greater Adaptability and Resilience: These systems are designed to learn and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self-correct, making them highly adaptable to unforeseen circumstances and changes in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their operating environment. This resilience ensures continuous operation even when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faced with unexpected challenges or evolving requirements.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BENEFITS OF AGENTIC AI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Personalized and Proactive Solutions: Agentic AI can anticipate needs and proactively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offer solutions, enabling highly personalized experiences in areas like customer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service, healthcare, or education. They can tailor interactions and responses based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on individual user profiles and past behaviors.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WHAT ARE LLMS?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Large Language Models (LLMs) are a class of artificial intelligence models trained on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massive datasets of text and code. They excel at understanding, generating, and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processing human language, performing tasks like translation, summarization, and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answering questions with remarkable fluency.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LLMs operate using deep neural network architectures, primarily transformers, which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allow them to identify complex patterns and relationships within the training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WHAT ARE LLMS?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This enables them to predict the next word in a sequence, leading to coherent and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contextually relevant text generation.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While LLMs are powerful tools, they are essentially sophisticated pattern matchers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and do not inherently possess 'understanding' or 'consciousness.' Their intelligence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stems from the statistical relationships they've learned from vast quantities of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human-generated data, making them incredibly versatile for language-based tasks.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z="3200">
                <a:solidFill>
                  <a:srgbClr val="003399"/>
                </a:solidFill>
                <a:latin typeface="Maiandra GD"/>
              </a:rPr>
              <a:t>WHAT ARE LLMS?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 wrap="square"/>
          <a:lstStyle/>
          <a:p/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In the context of agentic AI, LLMs often serve as the 'brain' or the reasoning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engine, providing the ability to interpret user prompts, generate plans, and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formulate responses or actions. They are a critical component for enabling the</a:t>
            </a:r>
          </a:p>
          <a:p>
            <a:pPr algn="just">
              <a:defRPr sz="1800" b="0">
                <a:solidFill>
                  <a:srgbClr val="000000"/>
                </a:solidFill>
                <a:latin typeface="Berlin Sans FB"/>
              </a:defRPr>
            </a:pPr>
            <a:r>
              <a:t>agent's natural language interaction and cognitive capabilities.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 b="1">
                <a:solidFill>
                  <a:srgbClr val="003399"/>
                </a:solidFill>
                <a:latin typeface="Maiandra GD"/>
              </a:defRPr>
            </a:pPr>
            <a:r>
              <a:t>THANK YOU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